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 Outline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Enhancing Smartphone-Captured Herbal Plant Video Frames for Weakly Supervised Recognition</a:t>
            </a:r>
          </a:p>
          <a:p>
            <a:pPr lvl="0" indent="0" marL="0">
              <a:buNone/>
            </a:pPr>
            <a:r>
              <a:rPr/>
              <a:t>Computer Vision Mini Project</a:t>
            </a:r>
          </a:p>
          <a:p>
            <a:pPr lvl="0" indent="0" marL="0">
              <a:buNone/>
            </a:pPr>
            <a:r>
              <a:rPr/>
              <a:t>Presenter: Victor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Outdoor plant videos are visually challenging because they contain:</a:t>
            </a:r>
          </a:p>
          <a:p>
            <a:pPr lvl="0"/>
            <a:r>
              <a:rPr/>
              <a:t>Uneven lighting</a:t>
            </a:r>
          </a:p>
          <a:p>
            <a:pPr lvl="0"/>
            <a:r>
              <a:rPr/>
              <a:t>Strong sunlight and shadows</a:t>
            </a:r>
          </a:p>
          <a:p>
            <a:pPr lvl="0"/>
            <a:r>
              <a:rPr/>
              <a:t>Overexposed regions</a:t>
            </a:r>
          </a:p>
          <a:p>
            <a:pPr lvl="0"/>
            <a:r>
              <a:rPr/>
              <a:t>Dense vegetation and clutter</a:t>
            </a:r>
          </a:p>
          <a:p>
            <a:pPr lvl="0"/>
            <a:r>
              <a:rPr/>
              <a:t>Motion blur and smartphone capture artifacts</a:t>
            </a:r>
          </a:p>
          <a:p>
            <a:pPr lvl="0" indent="0" marL="0">
              <a:buNone/>
            </a:pPr>
            <a:r>
              <a:rPr/>
              <a:t>Goal:</a:t>
            </a:r>
          </a:p>
          <a:p>
            <a:pPr lvl="0" indent="0" marL="0">
              <a:buNone/>
            </a:pPr>
            <a:r>
              <a:rPr b="1"/>
              <a:t>Improve plant frame visibility and test whether enhancement improves weak recognition.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Dataset provided on MUELE:</a:t>
            </a:r>
          </a:p>
          <a:p>
            <a:pPr lvl="0"/>
            <a:r>
              <a:rPr/>
              <a:t>21 short videos</a:t>
            </a:r>
          </a:p>
          <a:p>
            <a:pPr lvl="0"/>
            <a:r>
              <a:rPr/>
              <a:t>Herbal plant imagery</a:t>
            </a:r>
          </a:p>
          <a:p>
            <a:pPr lvl="0"/>
            <a:r>
              <a:rPr/>
              <a:t>Captured using a smartphone camera</a:t>
            </a:r>
          </a:p>
          <a:p>
            <a:pPr lvl="0"/>
            <a:r>
              <a:rPr/>
              <a:t>Diverse lighting conditions and environments</a:t>
            </a:r>
          </a:p>
          <a:p>
            <a:pPr lvl="0" indent="0" marL="0">
              <a:buNone/>
            </a:pPr>
            <a:r>
              <a:rPr/>
              <a:t>Important constraint:</a:t>
            </a:r>
          </a:p>
          <a:p>
            <a:pPr lvl="0"/>
            <a:r>
              <a:rPr/>
              <a:t>No expert species labels were provided.</a:t>
            </a:r>
          </a:p>
          <a:p>
            <a:pPr lvl="0"/>
            <a:r>
              <a:rPr/>
              <a:t>No bounding-box annotations were provided.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Problem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Because the dataset has no semantic labels, the project is framed as:</a:t>
            </a:r>
          </a:p>
          <a:p>
            <a:pPr lvl="0" indent="0" marL="0">
              <a:buNone/>
            </a:pPr>
            <a:r>
              <a:rPr b="1"/>
              <a:t>Image enhancement + weakly supervised video-level recognition</a:t>
            </a:r>
          </a:p>
          <a:p>
            <a:pPr lvl="0" indent="0" marL="0">
              <a:buNone/>
            </a:pPr>
            <a:r>
              <a:rPr/>
              <a:t>Working assumption:</a:t>
            </a:r>
          </a:p>
          <a:p>
            <a:pPr lvl="0"/>
            <a:r>
              <a:rPr/>
              <a:t>Each video mostly captures one distinct plant instance or visually distinct plant subject.</a:t>
            </a:r>
          </a:p>
          <a:p>
            <a:pPr lvl="0"/>
            <a:r>
              <a:rPr/>
              <a:t>Frames inherit the identity of their source video as a weak label.</a:t>
            </a:r>
          </a:p>
          <a:p>
            <a:pPr lvl="0" indent="0" marL="0">
              <a:buNone/>
            </a:pPr>
            <a:r>
              <a:rPr/>
              <a:t>This is not botanical species classification.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5: Observed Visual Challenges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 to show:</a:t>
            </a:r>
          </a:p>
          <a:p>
            <a:pPr lvl="0"/>
            <a:r>
              <a:rPr/>
              <a:t>Overexposed plant frame</a:t>
            </a:r>
          </a:p>
          <a:p>
            <a:pPr lvl="0"/>
            <a:r>
              <a:rPr/>
              <a:t>Cluttered herb/leaf frame</a:t>
            </a:r>
          </a:p>
          <a:p>
            <a:pPr lvl="0"/>
            <a:r>
              <a:rPr/>
              <a:t>Tree or large-scale plant frame</a:t>
            </a:r>
          </a:p>
          <a:p>
            <a:pPr lvl="0"/>
            <a:r>
              <a:rPr/>
              <a:t>Uneven illumination frame</a:t>
            </a:r>
          </a:p>
          <a:p>
            <a:pPr lvl="0" indent="0" marL="0">
              <a:buNone/>
            </a:pPr>
            <a:r>
              <a:rPr/>
              <a:t>Key message:</a:t>
            </a:r>
          </a:p>
          <a:p>
            <a:pPr lvl="0" indent="0" marL="0">
              <a:buNone/>
            </a:pPr>
            <a:r>
              <a:rPr/>
              <a:t>The dataset naturally supports an enhancement-focused computer vision task.</a:t>
            </a:r>
          </a:p>
        </p:txBody>
      </p:sp>
      <p:pic>
        <p:nvPicPr>
          <p:cNvPr descr="outputs/poc/grids/VID_20260408_171126_gri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73200"/>
            <a:ext cx="5105400" cy="133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Before and after enhancement examples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Related Work Anchors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project builds on three computer vision ideas:</a:t>
            </a:r>
          </a:p>
          <a:p>
            <a:pPr lvl="0"/>
            <a:r>
              <a:rPr/>
              <a:t>Image enhancement for improving visibility under difficult capture conditions.</a:t>
            </a:r>
          </a:p>
          <a:p>
            <a:pPr lvl="0"/>
            <a:r>
              <a:rPr/>
              <a:t>CLAHE for local contrast enhancement with contrast limiting.</a:t>
            </a:r>
          </a:p>
          <a:p>
            <a:pPr lvl="0"/>
            <a:r>
              <a:rPr/>
              <a:t>Transfer learning with pretrained CNN features for small-data recognition.</a:t>
            </a:r>
          </a:p>
          <a:p>
            <a:pPr lvl="0" indent="0" marL="0">
              <a:buNone/>
            </a:pPr>
            <a:r>
              <a:rPr/>
              <a:t>Why these fit:</a:t>
            </a:r>
          </a:p>
          <a:p>
            <a:pPr lvl="0"/>
            <a:r>
              <a:rPr/>
              <a:t>The dataset has lighting and contrast issues.</a:t>
            </a:r>
          </a:p>
          <a:p>
            <a:pPr lvl="0"/>
            <a:r>
              <a:rPr/>
              <a:t>Labels are weak, so training a large CNN from scratch is risky.</a:t>
            </a:r>
          </a:p>
          <a:p>
            <a:pPr lvl="0"/>
            <a:r>
              <a:rPr/>
              <a:t>ResNet18 embeddings give strong reusable visual features.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Pipeline:</a:t>
            </a:r>
          </a:p>
          <a:p>
            <a:pPr lvl="0" indent="-342900" marL="342900">
              <a:buAutoNum type="arabicPeriod"/>
            </a:pPr>
            <a:r>
              <a:rPr/>
              <a:t>Extract frames from raw videos.</a:t>
            </a:r>
          </a:p>
          <a:p>
            <a:pPr lvl="0" indent="-342900" marL="342900">
              <a:buAutoNum type="arabicPeriod"/>
            </a:pPr>
            <a:r>
              <a:rPr/>
              <a:t>Apply enhancement variants.</a:t>
            </a:r>
          </a:p>
          <a:p>
            <a:pPr lvl="0" indent="-342900" marL="342900">
              <a:buAutoNum type="arabicPeriod"/>
            </a:pPr>
            <a:r>
              <a:rPr/>
              <a:t>Extract visual features.</a:t>
            </a:r>
          </a:p>
          <a:p>
            <a:pPr lvl="0" indent="-342900" marL="342900">
              <a:buAutoNum type="arabicPeriod"/>
            </a:pPr>
            <a:r>
              <a:rPr/>
              <a:t>Train weak-label recognizers.</a:t>
            </a:r>
          </a:p>
          <a:p>
            <a:pPr lvl="0" indent="-342900" marL="342900">
              <a:buAutoNum type="arabicPeriod"/>
            </a:pPr>
            <a:r>
              <a:rPr/>
              <a:t>Compare raw vs enhanced accuracy.</a:t>
            </a:r>
          </a:p>
          <a:p>
            <a:pPr lvl="0" indent="0" marL="0">
              <a:buNone/>
            </a:pPr>
            <a:r>
              <a:rPr/>
              <a:t>Current extracted dataset:</a:t>
            </a:r>
          </a:p>
          <a:p>
            <a:pPr lvl="0"/>
            <a:r>
              <a:rPr/>
              <a:t>469 sampled frames</a:t>
            </a:r>
          </a:p>
          <a:p>
            <a:pPr lvl="0"/>
            <a:r>
              <a:rPr/>
              <a:t>21 weak video-level classes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Enhancement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Tested image variants:</a:t>
            </a:r>
          </a:p>
          <a:p>
            <a:pPr lvl="0"/>
            <a:r>
              <a:rPr>
                <a:latin typeface="Courier"/>
              </a:rPr>
              <a:t>raw</a:t>
            </a:r>
            <a:r>
              <a:rPr/>
              <a:t>: no enhancement</a:t>
            </a:r>
          </a:p>
          <a:p>
            <a:pPr lvl="0"/>
            <a:r>
              <a:rPr>
                <a:latin typeface="Courier"/>
              </a:rPr>
              <a:t>clahe</a:t>
            </a:r>
            <a:r>
              <a:rPr/>
              <a:t>: local contrast enhancement</a:t>
            </a:r>
          </a:p>
          <a:p>
            <a:pPr lvl="0"/>
            <a:r>
              <a:rPr>
                <a:latin typeface="Courier"/>
              </a:rPr>
              <a:t>clahe_light</a:t>
            </a:r>
            <a:r>
              <a:rPr/>
              <a:t>: gentler local contrast enhancement</a:t>
            </a:r>
          </a:p>
          <a:p>
            <a:pPr lvl="0"/>
            <a:r>
              <a:rPr>
                <a:latin typeface="Courier"/>
              </a:rPr>
              <a:t>gamma_light</a:t>
            </a:r>
            <a:r>
              <a:rPr/>
              <a:t>: mild tonal correction</a:t>
            </a:r>
          </a:p>
          <a:p>
            <a:pPr lvl="0"/>
            <a:r>
              <a:rPr>
                <a:latin typeface="Courier"/>
              </a:rPr>
              <a:t>gamma_clahe_light</a:t>
            </a:r>
            <a:r>
              <a:rPr/>
              <a:t>: light gamma + light CLAHE</a:t>
            </a:r>
          </a:p>
          <a:p>
            <a:pPr lvl="0"/>
            <a:r>
              <a:rPr>
                <a:latin typeface="Courier"/>
              </a:rPr>
              <a:t>sharpen_light</a:t>
            </a:r>
            <a:r>
              <a:rPr/>
              <a:t>: mild sharpening</a:t>
            </a:r>
          </a:p>
          <a:p>
            <a:pPr lvl="0" indent="0" marL="0">
              <a:buNone/>
            </a:pPr>
            <a:r>
              <a:rPr/>
              <a:t>Main idea:</a:t>
            </a:r>
          </a:p>
          <a:p>
            <a:pPr lvl="0" indent="0" marL="0">
              <a:buNone/>
            </a:pPr>
            <a:r>
              <a:rPr/>
              <a:t>Use conservative enhancement to improve visibility without destroying plant identity cues.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What Is CLAHE?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CLAHE = Contrast Limited Adaptive Histogram Equalization.</a:t>
            </a:r>
          </a:p>
          <a:p>
            <a:pPr lvl="0" indent="0" marL="0">
              <a:buNone/>
            </a:pPr>
            <a:r>
              <a:rPr/>
              <a:t>What it does:</a:t>
            </a:r>
          </a:p>
          <a:p>
            <a:pPr lvl="0"/>
            <a:r>
              <a:rPr/>
              <a:t>Enhances local contrast</a:t>
            </a:r>
          </a:p>
          <a:p>
            <a:pPr lvl="0"/>
            <a:r>
              <a:rPr/>
              <a:t>Works well when one image contains both shadow and bright regions</a:t>
            </a:r>
          </a:p>
          <a:p>
            <a:pPr lvl="0"/>
            <a:r>
              <a:rPr/>
              <a:t>Limits contrast amplification to avoid excessive noise</a:t>
            </a:r>
          </a:p>
          <a:p>
            <a:pPr lvl="0" indent="0" marL="0">
              <a:buNone/>
            </a:pPr>
            <a:r>
              <a:rPr/>
              <a:t>Why it fits this dataset:</a:t>
            </a:r>
          </a:p>
          <a:p>
            <a:pPr lvl="0"/>
            <a:r>
              <a:rPr/>
              <a:t>Leaves, stems, bark, and flowers often appear under uneven lighting.</a:t>
            </a:r>
          </a:p>
          <a:p>
            <a:pPr lvl="0"/>
            <a:r>
              <a:rPr/>
              <a:t>Local contrast can make plant structures more visible.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What Is Gamma Light?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gamma_light</a:t>
            </a:r>
            <a:r>
              <a:rPr/>
              <a:t> is mild gamma correction.</a:t>
            </a:r>
          </a:p>
          <a:p>
            <a:pPr lvl="0" indent="0" marL="0">
              <a:buNone/>
            </a:pPr>
            <a:r>
              <a:rPr/>
              <a:t>What it does:</a:t>
            </a:r>
          </a:p>
          <a:p>
            <a:pPr lvl="0"/>
            <a:r>
              <a:rPr/>
              <a:t>Applies a gentle nonlinear brightness adjustment</a:t>
            </a:r>
          </a:p>
          <a:p>
            <a:pPr lvl="0"/>
            <a:r>
              <a:rPr/>
              <a:t>Changes image tone without heavily altering color or texture</a:t>
            </a:r>
          </a:p>
          <a:p>
            <a:pPr lvl="0"/>
            <a:r>
              <a:rPr/>
              <a:t>Helps midtones become more usable</a:t>
            </a:r>
          </a:p>
          <a:p>
            <a:pPr lvl="0" indent="0" marL="0">
              <a:buNone/>
            </a:pPr>
            <a:r>
              <a:rPr/>
              <a:t>Why it fits this dataset:</a:t>
            </a:r>
          </a:p>
          <a:p>
            <a:pPr lvl="0"/>
            <a:r>
              <a:rPr/>
              <a:t>Smartphone exposure varies across videos.</a:t>
            </a:r>
          </a:p>
          <a:p>
            <a:pPr lvl="0"/>
            <a:r>
              <a:rPr/>
              <a:t>Some frames need light tonal correction rather than heavy enhancement.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Recognition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Recognition baselines:</a:t>
            </a:r>
          </a:p>
          <a:p>
            <a:pPr lvl="0"/>
            <a:r>
              <a:rPr/>
              <a:t>Handcrafted features + k-NN / logistic regression</a:t>
            </a:r>
          </a:p>
          <a:p>
            <a:pPr lvl="0"/>
            <a:r>
              <a:rPr/>
              <a:t>Tiny CNN trained from scratch</a:t>
            </a:r>
          </a:p>
          <a:p>
            <a:pPr lvl="0"/>
            <a:r>
              <a:rPr/>
              <a:t>Pretrained ResNet18 embeddings + k-NN / logistic regression</a:t>
            </a:r>
          </a:p>
          <a:p>
            <a:pPr lvl="0" indent="0" marL="0">
              <a:buNone/>
            </a:pPr>
            <a:r>
              <a:rPr/>
              <a:t>Best setup:</a:t>
            </a:r>
          </a:p>
          <a:p>
            <a:pPr lvl="0" indent="0" marL="0">
              <a:buNone/>
            </a:pPr>
            <a:r>
              <a:rPr b="1"/>
              <a:t>ResNet18 embeddings + logistic regression</a:t>
            </a:r>
          </a:p>
          <a:p>
            <a:pPr lvl="0" indent="0" marL="0">
              <a:buNone/>
            </a:pPr>
            <a:r>
              <a:rPr/>
              <a:t>Why:</a:t>
            </a:r>
          </a:p>
          <a:p>
            <a:pPr lvl="0"/>
            <a:r>
              <a:rPr/>
              <a:t>ResNet18 provides strong visual features.</a:t>
            </a:r>
          </a:p>
          <a:p>
            <a:pPr lvl="0"/>
            <a:r>
              <a:rPr/>
              <a:t>Logistic regression is simple and reproducible.</a:t>
            </a:r>
          </a:p>
          <a:p>
            <a:pPr lvl="0"/>
            <a:r>
              <a:rPr/>
              <a:t>No need to train a large CNN from scratch.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12: Main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 results: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Accuracy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clahe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ResNet18 + 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0.921986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gamma_light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ResNet18 + 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0.921986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raw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ResNet18 + 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0.914894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sharpen_light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ResNet18 + 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0.914894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result:</a:t>
            </a:r>
          </a:p>
          <a:p>
            <a:pPr lvl="0" indent="0" marL="0">
              <a:buNone/>
            </a:pPr>
            <a:r>
              <a:rPr b="1"/>
              <a:t>CLAHE and gamma_light outperform raw frames.</a:t>
            </a:r>
          </a:p>
        </p:txBody>
      </p:sp>
      <p:pic>
        <p:nvPicPr>
          <p:cNvPr descr="outputs/poc/grids/VID_20260408_172233_gri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73200"/>
            <a:ext cx="5105400" cy="133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Comparison grid used for visual inspection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13: Analysis of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results suggest:</a:t>
            </a:r>
          </a:p>
          <a:p>
            <a:pPr lvl="0"/>
            <a:r>
              <a:rPr/>
              <a:t>Mild enhancement can improve weak plant recognition.</a:t>
            </a:r>
          </a:p>
          <a:p>
            <a:pPr lvl="0"/>
            <a:r>
              <a:rPr/>
              <a:t>Aggressive enhancement is not automatically better.</a:t>
            </a:r>
          </a:p>
          <a:p>
            <a:pPr lvl="0"/>
            <a:r>
              <a:rPr/>
              <a:t>Pretrained features are much stronger than a small CNN trained from scratch.</a:t>
            </a:r>
          </a:p>
          <a:p>
            <a:pPr lvl="0"/>
            <a:r>
              <a:rPr/>
              <a:t>Enhancement must preserve discriminative plant cues such as color, texture, and structure.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Reproducible outputs:</a:t>
            </a:r>
          </a:p>
          <a:p>
            <a:pPr lvl="0"/>
            <a:r>
              <a:rPr>
                <a:latin typeface="Courier"/>
              </a:rPr>
              <a:t>src/poc_pipeline.py</a:t>
            </a:r>
          </a:p>
          <a:p>
            <a:pPr lvl="0"/>
            <a:r>
              <a:rPr>
                <a:latin typeface="Courier"/>
              </a:rPr>
              <a:t>outputs/poc/frame_index.csv</a:t>
            </a:r>
          </a:p>
          <a:p>
            <a:pPr lvl="0"/>
            <a:r>
              <a:rPr>
                <a:latin typeface="Courier"/>
              </a:rPr>
              <a:t>outputs/poc/reports/accuracy_table.csv</a:t>
            </a:r>
          </a:p>
          <a:p>
            <a:pPr lvl="0"/>
            <a:r>
              <a:rPr>
                <a:latin typeface="Courier"/>
              </a:rPr>
              <a:t>outputs/poc/reports/summary.json</a:t>
            </a:r>
          </a:p>
          <a:p>
            <a:pPr lvl="0"/>
            <a:r>
              <a:rPr>
                <a:latin typeface="Courier"/>
              </a:rPr>
              <a:t>outputs/poc/grids/</a:t>
            </a:r>
          </a:p>
          <a:p>
            <a:pPr lvl="0" indent="0" marL="0">
              <a:buNone/>
            </a:pPr>
            <a:r>
              <a:rPr/>
              <a:t>Reproducible command:</a:t>
            </a:r>
          </a:p>
          <a:p>
            <a:pPr lvl="0" indent="0">
              <a:buNone/>
            </a:pPr>
            <a:r>
              <a:rPr>
                <a:latin typeface="Courier"/>
              </a:rPr>
              <a:t>python3 src/poc_pipeline.py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15: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limitations:</a:t>
            </a:r>
          </a:p>
          <a:p>
            <a:pPr lvl="0"/>
            <a:r>
              <a:rPr/>
              <a:t>Labels are weak video-level labels.</a:t>
            </a:r>
          </a:p>
          <a:p>
            <a:pPr lvl="0"/>
            <a:r>
              <a:rPr/>
              <a:t>No expert plant species labels are available.</a:t>
            </a:r>
          </a:p>
          <a:p>
            <a:pPr lvl="0"/>
            <a:r>
              <a:rPr/>
              <a:t>Current split is frame-level, so similar frames may appear in train and test.</a:t>
            </a:r>
          </a:p>
          <a:p>
            <a:pPr lvl="0"/>
            <a:r>
              <a:rPr/>
              <a:t>Severe overexposure cannot fully recover lost image detail.</a:t>
            </a:r>
          </a:p>
          <a:p>
            <a:pPr lvl="0"/>
            <a:r>
              <a:rPr/>
              <a:t>Dataset is small.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16: Rubric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Report coverage:</a:t>
            </a:r>
          </a:p>
          <a:p>
            <a:pPr lvl="0"/>
            <a:r>
              <a:rPr/>
              <a:t>Introduction: problem, dataset challenge, motivation</a:t>
            </a:r>
          </a:p>
          <a:p>
            <a:pPr lvl="0"/>
            <a:r>
              <a:rPr/>
              <a:t>Related work: enhancement, CLAHE, transfer learning</a:t>
            </a:r>
          </a:p>
          <a:p>
            <a:pPr lvl="0"/>
            <a:r>
              <a:rPr/>
              <a:t>Approach and correctness: extraction, enhancement, weak recognition</a:t>
            </a:r>
          </a:p>
          <a:p>
            <a:pPr lvl="0"/>
            <a:r>
              <a:rPr/>
              <a:t>Analysis of results: raw vs enhanced comparison</a:t>
            </a:r>
          </a:p>
          <a:p>
            <a:pPr lvl="0"/>
            <a:r>
              <a:rPr/>
              <a:t>Clarity and reproducibility: code, CSVs, summary metrics, grids</a:t>
            </a:r>
          </a:p>
          <a:p>
            <a:pPr lvl="0" indent="0" marL="0">
              <a:buNone/>
            </a:pPr>
            <a:r>
              <a:rPr/>
              <a:t>Presentation coverage:</a:t>
            </a:r>
          </a:p>
          <a:p>
            <a:pPr lvl="0"/>
            <a:r>
              <a:rPr/>
              <a:t>Explanation of method: pipeline and enhancement slides</a:t>
            </a:r>
          </a:p>
          <a:p>
            <a:pPr lvl="0"/>
            <a:r>
              <a:rPr/>
              <a:t>Analysis of results: result table, interpretation, limitations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17: Creative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Creative application:</a:t>
            </a:r>
          </a:p>
          <a:p>
            <a:pPr lvl="0"/>
            <a:r>
              <a:rPr/>
              <a:t>Reframed an unlabeled plant video dataset as weakly supervised recognition.</a:t>
            </a:r>
          </a:p>
          <a:p>
            <a:pPr lvl="0"/>
            <a:r>
              <a:rPr/>
              <a:t>Used enhancement not as decoration, but as a measurable preprocessing intervention.</a:t>
            </a:r>
          </a:p>
          <a:p>
            <a:pPr lvl="0"/>
            <a:r>
              <a:rPr/>
              <a:t>Compared raw and enhanced frames using pretrained visual embeddings.</a:t>
            </a:r>
          </a:p>
          <a:p>
            <a:pPr lvl="0" indent="0" marL="0">
              <a:buNone/>
            </a:pPr>
            <a:r>
              <a:rPr/>
              <a:t>Why this matters:</a:t>
            </a:r>
          </a:p>
          <a:p>
            <a:pPr lvl="0" indent="0" marL="0">
              <a:buNone/>
            </a:pPr>
            <a:r>
              <a:rPr/>
              <a:t>The project stays honest about missing labels while still producing measurable computer vision evidence.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18: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Summary:</a:t>
            </a:r>
          </a:p>
          <a:p>
            <a:pPr lvl="0"/>
            <a:r>
              <a:rPr/>
              <a:t>Built a reproducible enhancement and recognition pipeline.</a:t>
            </a:r>
          </a:p>
          <a:p>
            <a:pPr lvl="0"/>
            <a:r>
              <a:rPr/>
              <a:t>Extracted frames from 21 smartphone plant videos.</a:t>
            </a:r>
          </a:p>
          <a:p>
            <a:pPr lvl="0"/>
            <a:r>
              <a:rPr/>
              <a:t>Tested multiple image enhancement methods.</a:t>
            </a:r>
          </a:p>
          <a:p>
            <a:pPr lvl="0"/>
            <a:r>
              <a:rPr/>
              <a:t>Found that CLAHE and light gamma correction improve recognition over raw frames.</a:t>
            </a:r>
          </a:p>
          <a:p>
            <a:pPr lvl="0" indent="0" marL="0">
              <a:buNone/>
            </a:pPr>
            <a:r>
              <a:rPr/>
              <a:t>Main conclusion:</a:t>
            </a:r>
          </a:p>
          <a:p>
            <a:pPr lvl="0" indent="0" marL="0">
              <a:buNone/>
            </a:pPr>
            <a:r>
              <a:rPr b="1"/>
              <a:t>Conservative image enhancement can improve weakly supervised recognition of smartphone-captured plant video frames.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19: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Possible improvements:</a:t>
            </a:r>
          </a:p>
          <a:p>
            <a:pPr lvl="0"/>
            <a:r>
              <a:rPr/>
              <a:t>Add manual plant labels if species identities become available.</a:t>
            </a:r>
          </a:p>
          <a:p>
            <a:pPr lvl="0"/>
            <a:r>
              <a:rPr/>
              <a:t>Use a stronger split strategy based on video segments.</a:t>
            </a:r>
          </a:p>
          <a:p>
            <a:pPr lvl="0"/>
            <a:r>
              <a:rPr/>
              <a:t>Add image quality metrics such as contrast, entropy, blur, and clipping.</a:t>
            </a:r>
          </a:p>
          <a:p>
            <a:pPr lvl="0"/>
            <a:r>
              <a:rPr/>
              <a:t>Compare more pretrained models.</a:t>
            </a:r>
          </a:p>
          <a:p>
            <a:pPr lvl="0"/>
            <a:r>
              <a:rPr/>
              <a:t>Convert the final report to CVPR format and add polished figures.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2026-06-02T19:30:56Z</dcterms:created>
  <dcterms:modified xsi:type="dcterms:W3CDTF">2026-06-02T19:30:56Z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